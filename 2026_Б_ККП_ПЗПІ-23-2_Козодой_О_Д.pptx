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aef79c20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eaef79c2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aef79c204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aef79c2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aef79c204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eaef79c20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aef79c204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eaef79c2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aef79c204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eaef79c20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aef79c204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aef79c20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805450" y="760000"/>
            <a:ext cx="5835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1800">
                <a:latin typeface="Times New Roman"/>
                <a:ea typeface="Times New Roman"/>
                <a:cs typeface="Times New Roman"/>
                <a:sym typeface="Times New Roman"/>
              </a:rPr>
              <a:t>Програмна система для пошуку загублених і знайдених домашніх тварин. UI/UX. Мобільний застосунок. Робота з оголошеннями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765450" y="2982475"/>
            <a:ext cx="55752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>
                <a:latin typeface="Times New Roman"/>
                <a:ea typeface="Times New Roman"/>
                <a:cs typeface="Times New Roman"/>
                <a:sym typeface="Times New Roman"/>
              </a:rPr>
              <a:t>Олеся Козодой, група ПЗПІ-23-2</a:t>
            </a:r>
            <a:endParaRPr sz="25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t/>
            </a:r>
            <a:endParaRPr sz="25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>
                <a:latin typeface="Times New Roman"/>
                <a:ea typeface="Times New Roman"/>
                <a:cs typeface="Times New Roman"/>
                <a:sym typeface="Times New Roman"/>
              </a:rPr>
              <a:t>Керівник: ст. викл. кафедри ПІ </a:t>
            </a:r>
            <a:endParaRPr sz="25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>
                <a:latin typeface="Times New Roman"/>
                <a:ea typeface="Times New Roman"/>
                <a:cs typeface="Times New Roman"/>
                <a:sym typeface="Times New Roman"/>
              </a:rPr>
              <a:t>Марія Широкопетлєва</a:t>
            </a:r>
            <a:endParaRPr sz="25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11 червня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Мета роботи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937631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uk">
                <a:latin typeface="Times New Roman"/>
                <a:ea typeface="Times New Roman"/>
                <a:cs typeface="Times New Roman"/>
                <a:sym typeface="Times New Roman"/>
              </a:rPr>
              <a:t>Мета: </a:t>
            </a: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та розробка мобільного клієнта застосунку PetFound для роботи з оголошеннями про загублених і знайдених тварин.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uk">
                <a:latin typeface="Times New Roman"/>
                <a:ea typeface="Times New Roman"/>
                <a:cs typeface="Times New Roman"/>
                <a:sym typeface="Times New Roman"/>
              </a:rPr>
              <a:t>Актуальність: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зникнення тварини потребує швидкого поширення інформації серед людей поблизу;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наявні канали (соцмережі, дошки оголошень) не структуровані й не мають фільтрації, оголошення швидко тонуть у потоці;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потрібен спеціалізований мобільний застосунок для швидкої публікації та зручного перегляду оголошень.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Аналіз проблеми (аналіз існуючих аналогів)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1241071" y="4154100"/>
            <a:ext cx="2809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833" lvl="0" marL="457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ключові функції платні; 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зручного мобільного застосунку.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083" y="761725"/>
            <a:ext cx="1695029" cy="34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3957908" y="870000"/>
            <a:ext cx="122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Pet911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4225" y="721775"/>
            <a:ext cx="1695025" cy="34476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404600" y="4184810"/>
            <a:ext cx="47394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833" lvl="0" marL="457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спеціалізованих фільтрів за типом і видом;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оголошення швидко тонуть;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тематичних коментарів.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664796" y="1807752"/>
            <a:ext cx="181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OLX.ua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" name="Google Shape;88;p15"/>
          <p:cNvCxnSpPr>
            <a:stCxn id="84" idx="1"/>
          </p:cNvCxnSpPr>
          <p:nvPr/>
        </p:nvCxnSpPr>
        <p:spPr>
          <a:xfrm flipH="1">
            <a:off x="3442208" y="1147050"/>
            <a:ext cx="515700" cy="7800"/>
          </a:xfrm>
          <a:prstGeom prst="straightConnector1">
            <a:avLst/>
          </a:prstGeom>
          <a:noFill/>
          <a:ln cap="flat" cmpd="sng" w="38100">
            <a:solidFill>
              <a:srgbClr val="D080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/>
          <p:nvPr/>
        </p:nvCxnSpPr>
        <p:spPr>
          <a:xfrm>
            <a:off x="5212075" y="2095000"/>
            <a:ext cx="564000" cy="0"/>
          </a:xfrm>
          <a:prstGeom prst="straightConnector1">
            <a:avLst/>
          </a:prstGeom>
          <a:noFill/>
          <a:ln cap="flat" cmpd="sng" w="38100">
            <a:solidFill>
              <a:srgbClr val="D0804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задачі та опис системи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756600"/>
            <a:ext cx="8520600" cy="3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Метою даної роботи є розробка мобільного клієнта програмної системи PetFound у рамках комплексного курсового проєкту. Застосунок має бути призначений для публікації та перегляду оголошень про загублених і знайдених домашніх тварин.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uk">
                <a:latin typeface="Times New Roman"/>
                <a:ea typeface="Times New Roman"/>
                <a:cs typeface="Times New Roman"/>
                <a:sym typeface="Times New Roman"/>
              </a:rPr>
              <a:t>Реалізувати функціонал роботи з оголошеннями: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стрічка оголошень, екран деталей, система коментарів;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публікація оголошень про загублених і знайдених тварин;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керування власними оголошеннями та картки тварин.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Платформи iOS та Android; стек React Native, Expo, TypeScript.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6"/>
          <p:cNvCxnSpPr/>
          <p:nvPr/>
        </p:nvCxnSpPr>
        <p:spPr>
          <a:xfrm>
            <a:off x="400425" y="2061823"/>
            <a:ext cx="6813900" cy="11100"/>
          </a:xfrm>
          <a:prstGeom prst="straightConnector1">
            <a:avLst/>
          </a:prstGeom>
          <a:noFill/>
          <a:ln cap="flat" cmpd="sng" w="28575">
            <a:solidFill>
              <a:srgbClr val="D0804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Вибір технологій розробки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684625"/>
            <a:ext cx="85206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React Native + Expo — кросплатформний мобільний клієнт (iOS, Android);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TypeScript — сувора статична типізація коду;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TanStack Query — кешування та інвалідація серверного стану;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Axios із перехоплювачами — централізована мережева логіка та авторизація;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Zod — клієнтська валідація форм;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Azure Blob Storage (SAS-токен) — пряме завантаження фотографій.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b="14062" l="26485" r="27189" t="15595"/>
          <a:stretch/>
        </p:blipFill>
        <p:spPr>
          <a:xfrm>
            <a:off x="2479924" y="3517825"/>
            <a:ext cx="1526451" cy="12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5099" y="3318725"/>
            <a:ext cx="1367275" cy="13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0725" y="3489676"/>
            <a:ext cx="1216900" cy="1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Архітектура створенного програмного забезпечення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2634800" y="1180950"/>
            <a:ext cx="62496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uk">
                <a:latin typeface="Times New Roman"/>
                <a:ea typeface="Times New Roman"/>
                <a:cs typeface="Times New Roman"/>
                <a:sym typeface="Times New Roman"/>
              </a:rPr>
              <a:t>Поділ відповідальності між шарами: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представлення — екрани та перевикористовувані компоненти;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управління станом — провайдери React Context;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доступ до даних — Axios-клієнт і хуки TanStack Query;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типи та допоміжні утиліти.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Навігація — Expo Router (файлова маршрутизація). Патерни: Provider, користувацькі хуки, перехоплювач (interceptor).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25" y="1306784"/>
            <a:ext cx="1945076" cy="287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UI/UX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72215" y="1026122"/>
            <a:ext cx="6123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Простота й інтуїтивність — головна мета, так як при користування застосунком PetFound, користувач перебуватиме у стресовій ситуації.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2391450" y="3786150"/>
            <a:ext cx="572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Нижня панель вкладок: стрічка, мапа, публікація, сповіщення, профіль.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161" y="2472198"/>
            <a:ext cx="3700171" cy="103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UI/UX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455500" y="1937100"/>
            <a:ext cx="53871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2100">
                <a:latin typeface="Times New Roman"/>
                <a:ea typeface="Times New Roman"/>
                <a:cs typeface="Times New Roman"/>
                <a:sym typeface="Times New Roman"/>
              </a:rPr>
              <a:t>Картки FeedCard: фото, бейдж типу, локація, час, лічильник коментарів; фільтри Lost / Found та Dog / Cat.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9225" y="77450"/>
            <a:ext cx="1643925" cy="46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582281" y="4149236"/>
            <a:ext cx="692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/>
              <a:t>Багатокрокові форми з індикатором прогресу, inline-валідація, екран прев’ю.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581" y="280489"/>
            <a:ext cx="5512793" cy="37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Р</a:t>
            </a:r>
            <a:r>
              <a:rPr lang="uk" sz="3200"/>
              <a:t>еалізація - основні приклади</a:t>
            </a:r>
            <a:endParaRPr sz="3200"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11700" y="937625"/>
            <a:ext cx="8520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/>
              <a:t>Дебаунс текстового пошуку (400 мс) — менше мережевих запитів.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8700819" y="4606350"/>
            <a:ext cx="53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613" y="1564025"/>
            <a:ext cx="696277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Приклад реалізації</a:t>
            </a:r>
            <a:endParaRPr sz="3200"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55950" y="771698"/>
            <a:ext cx="85206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/>
              <a:t>Рекурсивний обхід дерева коментарів — плаский список із відступами за глибиною вкладеності.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8685327" y="4606350"/>
            <a:ext cx="51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5413" y="1652575"/>
            <a:ext cx="57816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Приклад реалізації</a:t>
            </a:r>
            <a:endParaRPr sz="3200"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311700" y="63897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/>
              <a:t>Автоматична інвалідація кешу TanStack Query після мутацій — списки й лічильники оновлюються автоматично.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8652154" y="4606350"/>
            <a:ext cx="41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58057"/>
            <a:ext cx="5837634" cy="16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2825" y="3237795"/>
            <a:ext cx="4433423" cy="16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6450900" y="1402750"/>
            <a:ext cx="269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інвалідує і коментарі, і стрічку → лічильник оновлюється </a:t>
            </a: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са</a:t>
            </a: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м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1581975" y="3474250"/>
            <a:ext cx="226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інвалідує 3 ключі кешу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6" name="Google Shape;176;p24"/>
          <p:cNvCxnSpPr/>
          <p:nvPr/>
        </p:nvCxnSpPr>
        <p:spPr>
          <a:xfrm flipH="1">
            <a:off x="6285050" y="2437900"/>
            <a:ext cx="420300" cy="166200"/>
          </a:xfrm>
          <a:prstGeom prst="straightConnector1">
            <a:avLst/>
          </a:prstGeom>
          <a:noFill/>
          <a:ln cap="flat" cmpd="sng" w="19050">
            <a:solidFill>
              <a:srgbClr val="D080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4"/>
          <p:cNvCxnSpPr/>
          <p:nvPr/>
        </p:nvCxnSpPr>
        <p:spPr>
          <a:xfrm>
            <a:off x="3431200" y="4041800"/>
            <a:ext cx="586200" cy="287700"/>
          </a:xfrm>
          <a:prstGeom prst="straightConnector1">
            <a:avLst/>
          </a:prstGeom>
          <a:noFill/>
          <a:ln cap="flat" cmpd="sng" w="19050">
            <a:solidFill>
              <a:srgbClr val="D0804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9697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uk"/>
              <a:t>Скріншоти основних екранів застосунку:</a:t>
            </a:r>
            <a:endParaRPr/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8652154" y="4606350"/>
            <a:ext cx="41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583975" y="4481000"/>
            <a:ext cx="24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</a:t>
            </a: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трічка оголошень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5629975" y="4206576"/>
            <a:ext cx="2455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Е</a:t>
            </a: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кран деталей оголошення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400" y="610587"/>
            <a:ext cx="1746651" cy="392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001" y="0"/>
            <a:ext cx="1888524" cy="424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/>
        </p:nvSpPr>
        <p:spPr>
          <a:xfrm>
            <a:off x="8652154" y="4606350"/>
            <a:ext cx="41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1317400" y="78350"/>
            <a:ext cx="33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Коментарі під оголошенням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5068300" y="78350"/>
            <a:ext cx="33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Е</a:t>
            </a:r>
            <a:r>
              <a:rPr lang="uk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кран «Мої оголошення»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5075" y="673775"/>
            <a:ext cx="1947350" cy="437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2525" y="540050"/>
            <a:ext cx="1914242" cy="42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Підсумки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024188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Розроблено повнофункціональний мобільний клієнт PetFound для роботи з оголошеннями про загублених і знайдених тварин — усі поставлені вимоги реалізовано в повному обсязі.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Реалізовано стрічку з фільтрацією та пошуком, екран деталей, систему коментарів із фотографіями, багатокрокову публікацію оголошень і керування власними записами.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Прийняті рішення — дебаунс пошуку, кешування й інвалідація TanStack Query, пряме завантаження фото через SAS-токен — забезпечили швидкий відгук інтерфейсу та розвантаження сервера.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/>
        </p:nvSpPr>
        <p:spPr>
          <a:xfrm>
            <a:off x="8596830" y="4606350"/>
            <a:ext cx="4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